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0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</p:sldIdLst>
  <p:sldSz cx="14630400" cy="8229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952F9FA-96C2-40DC-8EF3-B3FE6A44F14B}" v="130" dt="2025-04-30T05:41:45.55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830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nsh Gupta" userId="9de07ae38689889e" providerId="LiveId" clId="{E952F9FA-96C2-40DC-8EF3-B3FE6A44F14B}"/>
    <pc:docChg chg="custSel modSld">
      <pc:chgData name="Vansh Gupta" userId="9de07ae38689889e" providerId="LiveId" clId="{E952F9FA-96C2-40DC-8EF3-B3FE6A44F14B}" dt="2025-04-30T05:41:45.553" v="183"/>
      <pc:docMkLst>
        <pc:docMk/>
      </pc:docMkLst>
      <pc:sldChg chg="modSp mod">
        <pc:chgData name="Vansh Gupta" userId="9de07ae38689889e" providerId="LiveId" clId="{E952F9FA-96C2-40DC-8EF3-B3FE6A44F14B}" dt="2025-04-30T05:36:02.098" v="6" actId="122"/>
        <pc:sldMkLst>
          <pc:docMk/>
          <pc:sldMk cId="0" sldId="256"/>
        </pc:sldMkLst>
        <pc:spChg chg="mod">
          <ac:chgData name="Vansh Gupta" userId="9de07ae38689889e" providerId="LiveId" clId="{E952F9FA-96C2-40DC-8EF3-B3FE6A44F14B}" dt="2025-04-30T05:36:02.098" v="6" actId="122"/>
          <ac:spMkLst>
            <pc:docMk/>
            <pc:sldMk cId="0" sldId="256"/>
            <ac:spMk id="2" creationId="{00000000-0000-0000-0000-000000000000}"/>
          </ac:spMkLst>
        </pc:spChg>
      </pc:sldChg>
      <pc:sldChg chg="modSp mod">
        <pc:chgData name="Vansh Gupta" userId="9de07ae38689889e" providerId="LiveId" clId="{E952F9FA-96C2-40DC-8EF3-B3FE6A44F14B}" dt="2025-04-30T05:36:09.988" v="7" actId="1076"/>
        <pc:sldMkLst>
          <pc:docMk/>
          <pc:sldMk cId="0" sldId="257"/>
        </pc:sldMkLst>
        <pc:spChg chg="mod">
          <ac:chgData name="Vansh Gupta" userId="9de07ae38689889e" providerId="LiveId" clId="{E952F9FA-96C2-40DC-8EF3-B3FE6A44F14B}" dt="2025-04-30T05:36:09.988" v="7" actId="1076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Vansh Gupta" userId="9de07ae38689889e" providerId="LiveId" clId="{E952F9FA-96C2-40DC-8EF3-B3FE6A44F14B}" dt="2025-04-30T05:36:15.433" v="8" actId="1076"/>
        <pc:sldMkLst>
          <pc:docMk/>
          <pc:sldMk cId="0" sldId="258"/>
        </pc:sldMkLst>
        <pc:spChg chg="mod">
          <ac:chgData name="Vansh Gupta" userId="9de07ae38689889e" providerId="LiveId" clId="{E952F9FA-96C2-40DC-8EF3-B3FE6A44F14B}" dt="2025-04-30T05:36:15.433" v="8" actId="1076"/>
          <ac:spMkLst>
            <pc:docMk/>
            <pc:sldMk cId="0" sldId="258"/>
            <ac:spMk id="3" creationId="{00000000-0000-0000-0000-000000000000}"/>
          </ac:spMkLst>
        </pc:spChg>
      </pc:sldChg>
      <pc:sldChg chg="modSp mod">
        <pc:chgData name="Vansh Gupta" userId="9de07ae38689889e" providerId="LiveId" clId="{E952F9FA-96C2-40DC-8EF3-B3FE6A44F14B}" dt="2025-04-30T05:36:22.549" v="9" actId="1076"/>
        <pc:sldMkLst>
          <pc:docMk/>
          <pc:sldMk cId="0" sldId="259"/>
        </pc:sldMkLst>
        <pc:spChg chg="mod">
          <ac:chgData name="Vansh Gupta" userId="9de07ae38689889e" providerId="LiveId" clId="{E952F9FA-96C2-40DC-8EF3-B3FE6A44F14B}" dt="2025-04-30T05:36:22.549" v="9" actId="1076"/>
          <ac:spMkLst>
            <pc:docMk/>
            <pc:sldMk cId="0" sldId="259"/>
            <ac:spMk id="3" creationId="{00000000-0000-0000-0000-000000000000}"/>
          </ac:spMkLst>
        </pc:spChg>
      </pc:sldChg>
      <pc:sldChg chg="modSp mod">
        <pc:chgData name="Vansh Gupta" userId="9de07ae38689889e" providerId="LiveId" clId="{E952F9FA-96C2-40DC-8EF3-B3FE6A44F14B}" dt="2025-04-30T05:36:30.057" v="10" actId="1076"/>
        <pc:sldMkLst>
          <pc:docMk/>
          <pc:sldMk cId="0" sldId="260"/>
        </pc:sldMkLst>
        <pc:spChg chg="mod">
          <ac:chgData name="Vansh Gupta" userId="9de07ae38689889e" providerId="LiveId" clId="{E952F9FA-96C2-40DC-8EF3-B3FE6A44F14B}" dt="2025-04-30T05:36:30.057" v="10" actId="1076"/>
          <ac:spMkLst>
            <pc:docMk/>
            <pc:sldMk cId="0" sldId="260"/>
            <ac:spMk id="2" creationId="{00000000-0000-0000-0000-000000000000}"/>
          </ac:spMkLst>
        </pc:spChg>
        <pc:spChg chg="mod">
          <ac:chgData name="Vansh Gupta" userId="9de07ae38689889e" providerId="LiveId" clId="{E952F9FA-96C2-40DC-8EF3-B3FE6A44F14B}" dt="2025-04-30T05:35:32.532" v="3" actId="27636"/>
          <ac:spMkLst>
            <pc:docMk/>
            <pc:sldMk cId="0" sldId="260"/>
            <ac:spMk id="3" creationId="{00000000-0000-0000-0000-000000000000}"/>
          </ac:spMkLst>
        </pc:spChg>
      </pc:sldChg>
      <pc:sldChg chg="modSp mod">
        <pc:chgData name="Vansh Gupta" userId="9de07ae38689889e" providerId="LiveId" clId="{E952F9FA-96C2-40DC-8EF3-B3FE6A44F14B}" dt="2025-04-30T05:36:37.452" v="11" actId="1076"/>
        <pc:sldMkLst>
          <pc:docMk/>
          <pc:sldMk cId="0" sldId="262"/>
        </pc:sldMkLst>
        <pc:spChg chg="mod">
          <ac:chgData name="Vansh Gupta" userId="9de07ae38689889e" providerId="LiveId" clId="{E952F9FA-96C2-40DC-8EF3-B3FE6A44F14B}" dt="2025-04-30T05:35:36.776" v="4"/>
          <ac:spMkLst>
            <pc:docMk/>
            <pc:sldMk cId="0" sldId="262"/>
            <ac:spMk id="2" creationId="{00000000-0000-0000-0000-000000000000}"/>
          </ac:spMkLst>
        </pc:spChg>
        <pc:picChg chg="mod">
          <ac:chgData name="Vansh Gupta" userId="9de07ae38689889e" providerId="LiveId" clId="{E952F9FA-96C2-40DC-8EF3-B3FE6A44F14B}" dt="2025-04-30T05:36:37.452" v="11" actId="1076"/>
          <ac:picMkLst>
            <pc:docMk/>
            <pc:sldMk cId="0" sldId="262"/>
            <ac:picMk id="3" creationId="{00000000-0000-0000-0000-000000000000}"/>
          </ac:picMkLst>
        </pc:picChg>
      </pc:sldChg>
      <pc:sldChg chg="modSp mod">
        <pc:chgData name="Vansh Gupta" userId="9de07ae38689889e" providerId="LiveId" clId="{E952F9FA-96C2-40DC-8EF3-B3FE6A44F14B}" dt="2025-04-30T05:37:52.816" v="28" actId="14100"/>
        <pc:sldMkLst>
          <pc:docMk/>
          <pc:sldMk cId="0" sldId="263"/>
        </pc:sldMkLst>
        <pc:spChg chg="mod">
          <ac:chgData name="Vansh Gupta" userId="9de07ae38689889e" providerId="LiveId" clId="{E952F9FA-96C2-40DC-8EF3-B3FE6A44F14B}" dt="2025-04-30T05:35:36.776" v="4"/>
          <ac:spMkLst>
            <pc:docMk/>
            <pc:sldMk cId="0" sldId="263"/>
            <ac:spMk id="2" creationId="{00000000-0000-0000-0000-000000000000}"/>
          </ac:spMkLst>
        </pc:spChg>
        <pc:picChg chg="mod">
          <ac:chgData name="Vansh Gupta" userId="9de07ae38689889e" providerId="LiveId" clId="{E952F9FA-96C2-40DC-8EF3-B3FE6A44F14B}" dt="2025-04-30T05:37:52.816" v="28" actId="14100"/>
          <ac:picMkLst>
            <pc:docMk/>
            <pc:sldMk cId="0" sldId="263"/>
            <ac:picMk id="3" creationId="{00000000-0000-0000-0000-000000000000}"/>
          </ac:picMkLst>
        </pc:picChg>
      </pc:sldChg>
      <pc:sldChg chg="modSp mod">
        <pc:chgData name="Vansh Gupta" userId="9de07ae38689889e" providerId="LiveId" clId="{E952F9FA-96C2-40DC-8EF3-B3FE6A44F14B}" dt="2025-04-30T05:38:00.548" v="29" actId="14100"/>
        <pc:sldMkLst>
          <pc:docMk/>
          <pc:sldMk cId="0" sldId="264"/>
        </pc:sldMkLst>
        <pc:spChg chg="mod">
          <ac:chgData name="Vansh Gupta" userId="9de07ae38689889e" providerId="LiveId" clId="{E952F9FA-96C2-40DC-8EF3-B3FE6A44F14B}" dt="2025-04-30T05:35:36.776" v="4"/>
          <ac:spMkLst>
            <pc:docMk/>
            <pc:sldMk cId="0" sldId="264"/>
            <ac:spMk id="2" creationId="{00000000-0000-0000-0000-000000000000}"/>
          </ac:spMkLst>
        </pc:spChg>
        <pc:picChg chg="mod">
          <ac:chgData name="Vansh Gupta" userId="9de07ae38689889e" providerId="LiveId" clId="{E952F9FA-96C2-40DC-8EF3-B3FE6A44F14B}" dt="2025-04-30T05:38:00.548" v="29" actId="14100"/>
          <ac:picMkLst>
            <pc:docMk/>
            <pc:sldMk cId="0" sldId="264"/>
            <ac:picMk id="3" creationId="{00000000-0000-0000-0000-000000000000}"/>
          </ac:picMkLst>
        </pc:picChg>
      </pc:sldChg>
      <pc:sldChg chg="modSp mod">
        <pc:chgData name="Vansh Gupta" userId="9de07ae38689889e" providerId="LiveId" clId="{E952F9FA-96C2-40DC-8EF3-B3FE6A44F14B}" dt="2025-04-30T05:38:30.813" v="34" actId="14100"/>
        <pc:sldMkLst>
          <pc:docMk/>
          <pc:sldMk cId="0" sldId="265"/>
        </pc:sldMkLst>
        <pc:spChg chg="mod">
          <ac:chgData name="Vansh Gupta" userId="9de07ae38689889e" providerId="LiveId" clId="{E952F9FA-96C2-40DC-8EF3-B3FE6A44F14B}" dt="2025-04-30T05:35:36.776" v="4"/>
          <ac:spMkLst>
            <pc:docMk/>
            <pc:sldMk cId="0" sldId="265"/>
            <ac:spMk id="2" creationId="{00000000-0000-0000-0000-000000000000}"/>
          </ac:spMkLst>
        </pc:spChg>
        <pc:picChg chg="mod">
          <ac:chgData name="Vansh Gupta" userId="9de07ae38689889e" providerId="LiveId" clId="{E952F9FA-96C2-40DC-8EF3-B3FE6A44F14B}" dt="2025-04-30T05:38:30.813" v="34" actId="14100"/>
          <ac:picMkLst>
            <pc:docMk/>
            <pc:sldMk cId="0" sldId="265"/>
            <ac:picMk id="3" creationId="{00000000-0000-0000-0000-000000000000}"/>
          </ac:picMkLst>
        </pc:picChg>
      </pc:sldChg>
      <pc:sldChg chg="modSp mod">
        <pc:chgData name="Vansh Gupta" userId="9de07ae38689889e" providerId="LiveId" clId="{E952F9FA-96C2-40DC-8EF3-B3FE6A44F14B}" dt="2025-04-30T05:39:24.330" v="42" actId="14100"/>
        <pc:sldMkLst>
          <pc:docMk/>
          <pc:sldMk cId="0" sldId="266"/>
        </pc:sldMkLst>
        <pc:spChg chg="mod">
          <ac:chgData name="Vansh Gupta" userId="9de07ae38689889e" providerId="LiveId" clId="{E952F9FA-96C2-40DC-8EF3-B3FE6A44F14B}" dt="2025-04-30T05:35:36.776" v="4"/>
          <ac:spMkLst>
            <pc:docMk/>
            <pc:sldMk cId="0" sldId="266"/>
            <ac:spMk id="2" creationId="{00000000-0000-0000-0000-000000000000}"/>
          </ac:spMkLst>
        </pc:spChg>
        <pc:picChg chg="mod">
          <ac:chgData name="Vansh Gupta" userId="9de07ae38689889e" providerId="LiveId" clId="{E952F9FA-96C2-40DC-8EF3-B3FE6A44F14B}" dt="2025-04-30T05:39:24.330" v="42" actId="14100"/>
          <ac:picMkLst>
            <pc:docMk/>
            <pc:sldMk cId="0" sldId="266"/>
            <ac:picMk id="3" creationId="{00000000-0000-0000-0000-000000000000}"/>
          </ac:picMkLst>
        </pc:picChg>
      </pc:sldChg>
      <pc:sldChg chg="modSp mod">
        <pc:chgData name="Vansh Gupta" userId="9de07ae38689889e" providerId="LiveId" clId="{E952F9FA-96C2-40DC-8EF3-B3FE6A44F14B}" dt="2025-04-30T05:39:38.451" v="45" actId="14100"/>
        <pc:sldMkLst>
          <pc:docMk/>
          <pc:sldMk cId="0" sldId="267"/>
        </pc:sldMkLst>
        <pc:spChg chg="mod">
          <ac:chgData name="Vansh Gupta" userId="9de07ae38689889e" providerId="LiveId" clId="{E952F9FA-96C2-40DC-8EF3-B3FE6A44F14B}" dt="2025-04-30T05:35:36.776" v="4"/>
          <ac:spMkLst>
            <pc:docMk/>
            <pc:sldMk cId="0" sldId="267"/>
            <ac:spMk id="2" creationId="{00000000-0000-0000-0000-000000000000}"/>
          </ac:spMkLst>
        </pc:spChg>
        <pc:picChg chg="mod">
          <ac:chgData name="Vansh Gupta" userId="9de07ae38689889e" providerId="LiveId" clId="{E952F9FA-96C2-40DC-8EF3-B3FE6A44F14B}" dt="2025-04-30T05:39:38.451" v="45" actId="14100"/>
          <ac:picMkLst>
            <pc:docMk/>
            <pc:sldMk cId="0" sldId="267"/>
            <ac:picMk id="3" creationId="{00000000-0000-0000-0000-000000000000}"/>
          </ac:picMkLst>
        </pc:picChg>
      </pc:sldChg>
      <pc:sldChg chg="modSp mod">
        <pc:chgData name="Vansh Gupta" userId="9de07ae38689889e" providerId="LiveId" clId="{E952F9FA-96C2-40DC-8EF3-B3FE6A44F14B}" dt="2025-04-30T05:40:07.884" v="51" actId="14100"/>
        <pc:sldMkLst>
          <pc:docMk/>
          <pc:sldMk cId="0" sldId="268"/>
        </pc:sldMkLst>
        <pc:spChg chg="mod">
          <ac:chgData name="Vansh Gupta" userId="9de07ae38689889e" providerId="LiveId" clId="{E952F9FA-96C2-40DC-8EF3-B3FE6A44F14B}" dt="2025-04-30T05:35:36.776" v="4"/>
          <ac:spMkLst>
            <pc:docMk/>
            <pc:sldMk cId="0" sldId="268"/>
            <ac:spMk id="2" creationId="{00000000-0000-0000-0000-000000000000}"/>
          </ac:spMkLst>
        </pc:spChg>
        <pc:picChg chg="mod">
          <ac:chgData name="Vansh Gupta" userId="9de07ae38689889e" providerId="LiveId" clId="{E952F9FA-96C2-40DC-8EF3-B3FE6A44F14B}" dt="2025-04-30T05:40:07.884" v="51" actId="14100"/>
          <ac:picMkLst>
            <pc:docMk/>
            <pc:sldMk cId="0" sldId="268"/>
            <ac:picMk id="3" creationId="{00000000-0000-0000-0000-000000000000}"/>
          </ac:picMkLst>
        </pc:picChg>
      </pc:sldChg>
      <pc:sldChg chg="modSp mod">
        <pc:chgData name="Vansh Gupta" userId="9de07ae38689889e" providerId="LiveId" clId="{E952F9FA-96C2-40DC-8EF3-B3FE6A44F14B}" dt="2025-04-30T05:40:17.312" v="52" actId="1076"/>
        <pc:sldMkLst>
          <pc:docMk/>
          <pc:sldMk cId="0" sldId="269"/>
        </pc:sldMkLst>
        <pc:spChg chg="mod">
          <ac:chgData name="Vansh Gupta" userId="9de07ae38689889e" providerId="LiveId" clId="{E952F9FA-96C2-40DC-8EF3-B3FE6A44F14B}" dt="2025-04-30T05:40:17.312" v="52" actId="1076"/>
          <ac:spMkLst>
            <pc:docMk/>
            <pc:sldMk cId="0" sldId="269"/>
            <ac:spMk id="3" creationId="{00000000-0000-0000-0000-000000000000}"/>
          </ac:spMkLst>
        </pc:spChg>
      </pc:sldChg>
      <pc:sldChg chg="modSp">
        <pc:chgData name="Vansh Gupta" userId="9de07ae38689889e" providerId="LiveId" clId="{E952F9FA-96C2-40DC-8EF3-B3FE6A44F14B}" dt="2025-04-30T05:40:27.663" v="53" actId="1076"/>
        <pc:sldMkLst>
          <pc:docMk/>
          <pc:sldMk cId="0" sldId="270"/>
        </pc:sldMkLst>
        <pc:spChg chg="mod">
          <ac:chgData name="Vansh Gupta" userId="9de07ae38689889e" providerId="LiveId" clId="{E952F9FA-96C2-40DC-8EF3-B3FE6A44F14B}" dt="2025-04-30T05:35:36.776" v="4"/>
          <ac:spMkLst>
            <pc:docMk/>
            <pc:sldMk cId="0" sldId="270"/>
            <ac:spMk id="3" creationId="{00000000-0000-0000-0000-000000000000}"/>
          </ac:spMkLst>
        </pc:spChg>
        <pc:spChg chg="mod">
          <ac:chgData name="Vansh Gupta" userId="9de07ae38689889e" providerId="LiveId" clId="{E952F9FA-96C2-40DC-8EF3-B3FE6A44F14B}" dt="2025-04-30T05:40:27.663" v="53" actId="1076"/>
          <ac:spMkLst>
            <pc:docMk/>
            <pc:sldMk cId="0" sldId="270"/>
            <ac:spMk id="6" creationId="{A11AF26D-0854-517A-8534-1E8FF66D745F}"/>
          </ac:spMkLst>
        </pc:spChg>
      </pc:sldChg>
      <pc:sldChg chg="modSp mod">
        <pc:chgData name="Vansh Gupta" userId="9de07ae38689889e" providerId="LiveId" clId="{E952F9FA-96C2-40DC-8EF3-B3FE6A44F14B}" dt="2025-04-30T05:40:37.127" v="54" actId="1076"/>
        <pc:sldMkLst>
          <pc:docMk/>
          <pc:sldMk cId="0" sldId="271"/>
        </pc:sldMkLst>
        <pc:spChg chg="mod">
          <ac:chgData name="Vansh Gupta" userId="9de07ae38689889e" providerId="LiveId" clId="{E952F9FA-96C2-40DC-8EF3-B3FE6A44F14B}" dt="2025-04-30T05:40:37.127" v="54" actId="1076"/>
          <ac:spMkLst>
            <pc:docMk/>
            <pc:sldMk cId="0" sldId="271"/>
            <ac:spMk id="3" creationId="{00000000-0000-0000-0000-000000000000}"/>
          </ac:spMkLst>
        </pc:spChg>
      </pc:sldChg>
      <pc:sldChg chg="modSp mod setBg">
        <pc:chgData name="Vansh Gupta" userId="9de07ae38689889e" providerId="LiveId" clId="{E952F9FA-96C2-40DC-8EF3-B3FE6A44F14B}" dt="2025-04-30T05:41:45.553" v="183"/>
        <pc:sldMkLst>
          <pc:docMk/>
          <pc:sldMk cId="2479597058" sldId="272"/>
        </pc:sldMkLst>
        <pc:spChg chg="mod">
          <ac:chgData name="Vansh Gupta" userId="9de07ae38689889e" providerId="LiveId" clId="{E952F9FA-96C2-40DC-8EF3-B3FE6A44F14B}" dt="2025-04-30T05:40:52.153" v="57" actId="122"/>
          <ac:spMkLst>
            <pc:docMk/>
            <pc:sldMk cId="2479597058" sldId="272"/>
            <ac:spMk id="2" creationId="{1C768D0E-DB03-10DB-2B74-C6047D111A29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4630400" cy="82296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85946" y="2519679"/>
            <a:ext cx="10590790" cy="3213178"/>
          </a:xfrm>
        </p:spPr>
        <p:txBody>
          <a:bodyPr anchor="b"/>
          <a:lstStyle>
            <a:lvl1pPr>
              <a:defRPr sz="64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385946" y="5732856"/>
            <a:ext cx="10590790" cy="1033704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548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972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45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2918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840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2190781" y="2150669"/>
            <a:ext cx="1188719" cy="36575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10742372" y="3873399"/>
            <a:ext cx="4631754" cy="36576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2525374" y="0"/>
            <a:ext cx="822960" cy="137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2423049" y="354876"/>
            <a:ext cx="1005839" cy="921224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26081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85945" y="3124200"/>
            <a:ext cx="10590791" cy="4099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0205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4630400" cy="82296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5945" y="3213174"/>
            <a:ext cx="5221230" cy="2740589"/>
          </a:xfrm>
        </p:spPr>
        <p:txBody>
          <a:bodyPr anchor="ctr"/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4671" y="3213173"/>
            <a:ext cx="4509054" cy="2740589"/>
          </a:xfrm>
        </p:spPr>
        <p:txBody>
          <a:bodyPr anchor="ctr"/>
          <a:lstStyle>
            <a:lvl1pPr marL="0" indent="0" algn="l">
              <a:buNone/>
              <a:defRPr sz="24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2525374" y="0"/>
            <a:ext cx="822960" cy="137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49974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85945" y="3124201"/>
            <a:ext cx="5790190" cy="409956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50455" y="3124200"/>
            <a:ext cx="5790191" cy="40995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42187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85946" y="3124200"/>
            <a:ext cx="5790188" cy="691514"/>
          </a:xfrm>
        </p:spPr>
        <p:txBody>
          <a:bodyPr anchor="b">
            <a:noAutofit/>
          </a:bodyPr>
          <a:lstStyle>
            <a:lvl1pPr marL="0" indent="0">
              <a:buNone/>
              <a:defRPr sz="2880" b="0">
                <a:solidFill>
                  <a:schemeClr val="accent1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85945" y="3815715"/>
            <a:ext cx="5790190" cy="3408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450455" y="3124200"/>
            <a:ext cx="5790191" cy="691514"/>
          </a:xfrm>
        </p:spPr>
        <p:txBody>
          <a:bodyPr anchor="b">
            <a:noAutofit/>
          </a:bodyPr>
          <a:lstStyle>
            <a:lvl1pPr marL="0" indent="0">
              <a:buNone/>
              <a:defRPr sz="2880" b="0">
                <a:solidFill>
                  <a:schemeClr val="accent1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450455" y="3815715"/>
            <a:ext cx="5790191" cy="3408047"/>
          </a:xfrm>
        </p:spPr>
        <p:txBody>
          <a:bodyPr>
            <a:normAutofit/>
          </a:bodyPr>
          <a:lstStyle>
            <a:lvl1pPr>
              <a:defRPr sz="2160"/>
            </a:lvl1pPr>
            <a:lvl2pPr>
              <a:defRPr sz="1920"/>
            </a:lvl2pPr>
            <a:lvl3pPr>
              <a:defRPr sz="1680"/>
            </a:lvl3pPr>
            <a:lvl4pPr>
              <a:defRPr sz="1440"/>
            </a:lvl4pPr>
            <a:lvl5pPr>
              <a:defRPr sz="1440"/>
            </a:lvl5pPr>
            <a:lvl6pPr>
              <a:defRPr sz="1440"/>
            </a:lvl6pPr>
            <a:lvl7pPr>
              <a:defRPr sz="1440"/>
            </a:lvl7pPr>
            <a:lvl8pPr>
              <a:defRPr sz="1440"/>
            </a:lvl8pPr>
            <a:lvl9pPr>
              <a:defRPr sz="144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5388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385945" y="1168402"/>
            <a:ext cx="10513696" cy="848357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2651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2525374" y="0"/>
            <a:ext cx="822960" cy="137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8811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4630400" cy="82296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5946" y="1554480"/>
            <a:ext cx="3351790" cy="1920240"/>
          </a:xfrm>
        </p:spPr>
        <p:txBody>
          <a:bodyPr anchor="b"/>
          <a:lstStyle>
            <a:lvl1pPr algn="l">
              <a:defRPr sz="288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37375" y="1737360"/>
            <a:ext cx="6228079" cy="54864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385945" y="3755137"/>
            <a:ext cx="3351790" cy="3474719"/>
          </a:xfrm>
        </p:spPr>
        <p:txBody>
          <a:bodyPr/>
          <a:lstStyle>
            <a:lvl1pPr marL="0" indent="0">
              <a:buNone/>
              <a:defRPr sz="168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2525374" y="0"/>
            <a:ext cx="822960" cy="137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782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4630400" cy="82296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5946" y="2032000"/>
            <a:ext cx="4638161" cy="2082800"/>
          </a:xfrm>
        </p:spPr>
        <p:txBody>
          <a:bodyPr anchor="b">
            <a:normAutofit/>
          </a:bodyPr>
          <a:lstStyle>
            <a:lvl1pPr algn="l">
              <a:defRPr sz="432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57444" y="1371600"/>
            <a:ext cx="3872632" cy="548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920"/>
            </a:lvl2pPr>
            <a:lvl3pPr marL="1097280" indent="0">
              <a:buNone/>
              <a:defRPr sz="1920"/>
            </a:lvl3pPr>
            <a:lvl4pPr marL="1645920" indent="0">
              <a:buNone/>
              <a:defRPr sz="1920"/>
            </a:lvl4pPr>
            <a:lvl5pPr marL="2194560" indent="0">
              <a:buNone/>
              <a:defRPr sz="1920"/>
            </a:lvl5pPr>
            <a:lvl6pPr marL="2743200" indent="0">
              <a:buNone/>
              <a:defRPr sz="1920"/>
            </a:lvl6pPr>
            <a:lvl7pPr marL="3291840" indent="0">
              <a:buNone/>
              <a:defRPr sz="1920"/>
            </a:lvl7pPr>
            <a:lvl8pPr marL="3840480" indent="0">
              <a:buNone/>
              <a:defRPr sz="1920"/>
            </a:lvl8pPr>
            <a:lvl9pPr marL="4389120" indent="0">
              <a:buNone/>
              <a:defRPr sz="192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385945" y="4389120"/>
            <a:ext cx="4631054" cy="1645920"/>
          </a:xfrm>
        </p:spPr>
        <p:txBody>
          <a:bodyPr>
            <a:normAutofit/>
          </a:bodyPr>
          <a:lstStyle>
            <a:lvl1pPr marL="0" indent="0">
              <a:buNone/>
              <a:defRPr sz="168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2525374" y="0"/>
            <a:ext cx="822960" cy="137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44725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4630400" cy="82296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5945" y="5963912"/>
            <a:ext cx="10590791" cy="680086"/>
          </a:xfrm>
        </p:spPr>
        <p:txBody>
          <a:bodyPr anchor="b">
            <a:normAutofit/>
          </a:bodyPr>
          <a:lstStyle>
            <a:lvl1pPr algn="l">
              <a:defRPr sz="288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85945" y="822960"/>
            <a:ext cx="10590791" cy="41148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920"/>
            </a:lvl2pPr>
            <a:lvl3pPr marL="1097280" indent="0">
              <a:buNone/>
              <a:defRPr sz="1920"/>
            </a:lvl3pPr>
            <a:lvl4pPr marL="1645920" indent="0">
              <a:buNone/>
              <a:defRPr sz="1920"/>
            </a:lvl4pPr>
            <a:lvl5pPr marL="2194560" indent="0">
              <a:buNone/>
              <a:defRPr sz="1920"/>
            </a:lvl5pPr>
            <a:lvl6pPr marL="2743200" indent="0">
              <a:buNone/>
              <a:defRPr sz="1920"/>
            </a:lvl6pPr>
            <a:lvl7pPr marL="3291840" indent="0">
              <a:buNone/>
              <a:defRPr sz="1920"/>
            </a:lvl7pPr>
            <a:lvl8pPr marL="3840480" indent="0">
              <a:buNone/>
              <a:defRPr sz="1920"/>
            </a:lvl8pPr>
            <a:lvl9pPr marL="4389120" indent="0">
              <a:buNone/>
              <a:defRPr sz="192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85945" y="6643998"/>
            <a:ext cx="10590790" cy="592454"/>
          </a:xfrm>
        </p:spPr>
        <p:txBody>
          <a:bodyPr>
            <a:normAutofit/>
          </a:bodyPr>
          <a:lstStyle>
            <a:lvl1pPr marL="0" indent="0">
              <a:buNone/>
              <a:defRPr sz="144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2525374" y="0"/>
            <a:ext cx="822960" cy="137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5507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4630400" cy="82296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8558" y="1276101"/>
            <a:ext cx="10598179" cy="1647583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385945" y="4251960"/>
            <a:ext cx="10590791" cy="2971800"/>
          </a:xfrm>
        </p:spPr>
        <p:txBody>
          <a:bodyPr anchor="ctr">
            <a:normAutofit/>
          </a:bodyPr>
          <a:lstStyle>
            <a:lvl1pPr marL="0" indent="0">
              <a:buNone/>
              <a:defRPr sz="216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2525374" y="0"/>
            <a:ext cx="822960" cy="137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0136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4630400" cy="82296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1057879" y="728803"/>
            <a:ext cx="962294" cy="18651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52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11861350" y="3136545"/>
            <a:ext cx="783316" cy="18651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52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98254" y="1178561"/>
            <a:ext cx="10144687" cy="3235958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2335135" y="4414519"/>
            <a:ext cx="9277463" cy="410609"/>
          </a:xfrm>
        </p:spPr>
        <p:txBody>
          <a:bodyPr anchor="t">
            <a:normAutofit/>
          </a:bodyPr>
          <a:lstStyle>
            <a:lvl1pPr marL="0" indent="0">
              <a:buNone/>
              <a:defRPr lang="en-US" sz="168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385946" y="6035040"/>
            <a:ext cx="11093876" cy="1197428"/>
          </a:xfrm>
        </p:spPr>
        <p:txBody>
          <a:bodyPr anchor="ctr">
            <a:normAutofit/>
          </a:bodyPr>
          <a:lstStyle>
            <a:lvl1pPr marL="0" indent="0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12525374" y="0"/>
            <a:ext cx="822960" cy="137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050606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4630400" cy="82296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5945" y="2844800"/>
            <a:ext cx="10590792" cy="2187017"/>
          </a:xfrm>
        </p:spPr>
        <p:txBody>
          <a:bodyPr anchor="b"/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85945" y="6029960"/>
            <a:ext cx="10590791" cy="1032480"/>
          </a:xfrm>
        </p:spPr>
        <p:txBody>
          <a:bodyPr anchor="t"/>
          <a:lstStyle>
            <a:lvl1pPr marL="0" indent="0" algn="l">
              <a:buNone/>
              <a:defRPr sz="24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2525374" y="0"/>
            <a:ext cx="822960" cy="137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31480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5945" y="1168402"/>
            <a:ext cx="10590791" cy="848357"/>
          </a:xfrm>
        </p:spPr>
        <p:txBody>
          <a:bodyPr/>
          <a:lstStyle>
            <a:lvl1pPr>
              <a:defRPr sz="43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85945" y="3124203"/>
            <a:ext cx="3770254" cy="691514"/>
          </a:xfrm>
        </p:spPr>
        <p:txBody>
          <a:bodyPr anchor="b">
            <a:noAutofit/>
          </a:bodyPr>
          <a:lstStyle>
            <a:lvl1pPr marL="0" indent="0">
              <a:buNone/>
              <a:defRPr sz="288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385944" y="3815717"/>
            <a:ext cx="3770255" cy="3416752"/>
          </a:xfrm>
        </p:spPr>
        <p:txBody>
          <a:bodyPr anchor="t">
            <a:normAutofit/>
          </a:bodyPr>
          <a:lstStyle>
            <a:lvl1pPr marL="0" indent="0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15266" y="3124200"/>
            <a:ext cx="3776411" cy="691514"/>
          </a:xfrm>
        </p:spPr>
        <p:txBody>
          <a:bodyPr anchor="b">
            <a:noAutofit/>
          </a:bodyPr>
          <a:lstStyle>
            <a:lvl1pPr marL="0" indent="0">
              <a:buNone/>
              <a:defRPr sz="288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5415266" y="3815716"/>
            <a:ext cx="3776411" cy="3416752"/>
          </a:xfrm>
        </p:spPr>
        <p:txBody>
          <a:bodyPr anchor="t">
            <a:normAutofit/>
          </a:bodyPr>
          <a:lstStyle>
            <a:lvl1pPr marL="0" indent="0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9465762" y="3124201"/>
            <a:ext cx="3774876" cy="691514"/>
          </a:xfrm>
        </p:spPr>
        <p:txBody>
          <a:bodyPr anchor="b">
            <a:noAutofit/>
          </a:bodyPr>
          <a:lstStyle>
            <a:lvl1pPr marL="0" indent="0">
              <a:buNone/>
              <a:defRPr sz="288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9465995" y="3815715"/>
            <a:ext cx="3774643" cy="3416752"/>
          </a:xfrm>
        </p:spPr>
        <p:txBody>
          <a:bodyPr anchor="t">
            <a:normAutofit/>
          </a:bodyPr>
          <a:lstStyle>
            <a:lvl1pPr marL="0" indent="0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5284765" y="3083560"/>
            <a:ext cx="0" cy="41909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9326881" y="3083560"/>
            <a:ext cx="0" cy="41909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703429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5945" y="1168402"/>
            <a:ext cx="10590791" cy="848357"/>
          </a:xfrm>
        </p:spPr>
        <p:txBody>
          <a:bodyPr/>
          <a:lstStyle>
            <a:lvl1pPr>
              <a:defRPr sz="43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85945" y="5439413"/>
            <a:ext cx="3660526" cy="691514"/>
          </a:xfrm>
        </p:spPr>
        <p:txBody>
          <a:bodyPr anchor="b">
            <a:noAutofit/>
          </a:bodyPr>
          <a:lstStyle>
            <a:lvl1pPr marL="0" indent="0">
              <a:buNone/>
              <a:defRPr sz="288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601464" y="3124200"/>
            <a:ext cx="3229490" cy="190981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920"/>
            </a:lvl2pPr>
            <a:lvl3pPr marL="1097280" indent="0">
              <a:buNone/>
              <a:defRPr sz="1920"/>
            </a:lvl3pPr>
            <a:lvl4pPr marL="1645920" indent="0">
              <a:buNone/>
              <a:defRPr sz="1920"/>
            </a:lvl4pPr>
            <a:lvl5pPr marL="2194560" indent="0">
              <a:buNone/>
              <a:defRPr sz="1920"/>
            </a:lvl5pPr>
            <a:lvl6pPr marL="2743200" indent="0">
              <a:buNone/>
              <a:defRPr sz="1920"/>
            </a:lvl6pPr>
            <a:lvl7pPr marL="3291840" indent="0">
              <a:buNone/>
              <a:defRPr sz="1920"/>
            </a:lvl7pPr>
            <a:lvl8pPr marL="3840480" indent="0">
              <a:buNone/>
              <a:defRPr sz="1920"/>
            </a:lvl8pPr>
            <a:lvl9pPr marL="4389120" indent="0">
              <a:buNone/>
              <a:defRPr sz="192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385945" y="6130927"/>
            <a:ext cx="3660526" cy="1101542"/>
          </a:xfrm>
        </p:spPr>
        <p:txBody>
          <a:bodyPr anchor="t">
            <a:normAutofit/>
          </a:bodyPr>
          <a:lstStyle>
            <a:lvl1pPr marL="0" indent="0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82638" y="5439413"/>
            <a:ext cx="3660526" cy="691516"/>
          </a:xfrm>
        </p:spPr>
        <p:txBody>
          <a:bodyPr anchor="b">
            <a:noAutofit/>
          </a:bodyPr>
          <a:lstStyle>
            <a:lvl1pPr marL="0" indent="0">
              <a:buNone/>
              <a:defRPr sz="288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5698155" y="3124200"/>
            <a:ext cx="3229492" cy="190981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920"/>
            </a:lvl2pPr>
            <a:lvl3pPr marL="1097280" indent="0">
              <a:buNone/>
              <a:defRPr sz="1920"/>
            </a:lvl3pPr>
            <a:lvl4pPr marL="1645920" indent="0">
              <a:buNone/>
              <a:defRPr sz="1920"/>
            </a:lvl4pPr>
            <a:lvl5pPr marL="2194560" indent="0">
              <a:buNone/>
              <a:defRPr sz="1920"/>
            </a:lvl5pPr>
            <a:lvl6pPr marL="2743200" indent="0">
              <a:buNone/>
              <a:defRPr sz="1920"/>
            </a:lvl6pPr>
            <a:lvl7pPr marL="3291840" indent="0">
              <a:buNone/>
              <a:defRPr sz="1920"/>
            </a:lvl7pPr>
            <a:lvl8pPr marL="3840480" indent="0">
              <a:buNone/>
              <a:defRPr sz="1920"/>
            </a:lvl8pPr>
            <a:lvl9pPr marL="4389120" indent="0">
              <a:buNone/>
              <a:defRPr sz="192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5484206" y="6130926"/>
            <a:ext cx="3660526" cy="1101542"/>
          </a:xfrm>
        </p:spPr>
        <p:txBody>
          <a:bodyPr anchor="t">
            <a:normAutofit/>
          </a:bodyPr>
          <a:lstStyle>
            <a:lvl1pPr marL="0" indent="0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9579331" y="5439414"/>
            <a:ext cx="3661314" cy="691514"/>
          </a:xfrm>
        </p:spPr>
        <p:txBody>
          <a:bodyPr anchor="b">
            <a:noAutofit/>
          </a:bodyPr>
          <a:lstStyle>
            <a:lvl1pPr marL="0" indent="0">
              <a:buNone/>
              <a:defRPr sz="288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9795637" y="3124200"/>
            <a:ext cx="3229490" cy="190981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920"/>
            </a:lvl2pPr>
            <a:lvl3pPr marL="1097280" indent="0">
              <a:buNone/>
              <a:defRPr sz="1920"/>
            </a:lvl3pPr>
            <a:lvl4pPr marL="1645920" indent="0">
              <a:buNone/>
              <a:defRPr sz="1920"/>
            </a:lvl4pPr>
            <a:lvl5pPr marL="2194560" indent="0">
              <a:buNone/>
              <a:defRPr sz="1920"/>
            </a:lvl5pPr>
            <a:lvl6pPr marL="2743200" indent="0">
              <a:buNone/>
              <a:defRPr sz="1920"/>
            </a:lvl6pPr>
            <a:lvl7pPr marL="3291840" indent="0">
              <a:buNone/>
              <a:defRPr sz="1920"/>
            </a:lvl7pPr>
            <a:lvl8pPr marL="3840480" indent="0">
              <a:buNone/>
              <a:defRPr sz="1920"/>
            </a:lvl8pPr>
            <a:lvl9pPr marL="4389120" indent="0">
              <a:buNone/>
              <a:defRPr sz="192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9579330" y="6130925"/>
            <a:ext cx="3661315" cy="1101542"/>
          </a:xfrm>
        </p:spPr>
        <p:txBody>
          <a:bodyPr anchor="t">
            <a:normAutofit/>
          </a:bodyPr>
          <a:lstStyle>
            <a:lvl1pPr marL="0" indent="0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5286997" y="3083560"/>
            <a:ext cx="0" cy="41909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9357362" y="3083560"/>
            <a:ext cx="0" cy="41909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673333" y="7670206"/>
            <a:ext cx="4373138" cy="365761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329800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5945" y="1168402"/>
            <a:ext cx="10590791" cy="8483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85945" y="3124200"/>
            <a:ext cx="10590791" cy="409956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2834527" y="7670206"/>
            <a:ext cx="1188719" cy="365759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603199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4630400" cy="82296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302283" y="1534160"/>
            <a:ext cx="1691958" cy="5698308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85945" y="1534160"/>
            <a:ext cx="7507230" cy="569830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2783725" y="7670206"/>
            <a:ext cx="1190562" cy="365759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2525374" y="0"/>
            <a:ext cx="822960" cy="137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6422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4630400" cy="82296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385945" y="1168402"/>
            <a:ext cx="10513696" cy="84835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85945" y="3124200"/>
            <a:ext cx="10513696" cy="40995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783725" y="7670206"/>
            <a:ext cx="1188719" cy="3657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 i="0">
                <a:solidFill>
                  <a:schemeClr val="accen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3333" y="7670206"/>
            <a:ext cx="4631754" cy="3657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12525374" y="0"/>
            <a:ext cx="822960" cy="137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2423049" y="354876"/>
            <a:ext cx="1005839" cy="92122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3360" b="0" i="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35130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  <p:sldLayoutId id="2147483707" r:id="rId17"/>
  </p:sldLayoutIdLst>
  <p:txStyles>
    <p:titleStyle>
      <a:lvl1pPr algn="l" defTabSz="548640" rtl="0" eaLnBrk="1" latinLnBrk="0" hangingPunct="1">
        <a:spcBef>
          <a:spcPct val="0"/>
        </a:spcBef>
        <a:buNone/>
        <a:defRPr sz="432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411480" indent="-41148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16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891540" indent="-34290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92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37160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8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92024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4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46888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4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301752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4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356616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4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411480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4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466344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4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0" y="149225"/>
            <a:ext cx="7772400" cy="1470025"/>
          </a:xfrm>
        </p:spPr>
        <p:txBody>
          <a:bodyPr>
            <a:normAutofit/>
          </a:bodyPr>
          <a:lstStyle/>
          <a:p>
            <a:pPr algn="ctr"/>
            <a:r>
              <a:rPr sz="6600" dirty="0" err="1">
                <a:latin typeface="Aptos" panose="020B0004020202020204" pitchFamily="34" charset="0"/>
              </a:rPr>
              <a:t>StrideSync</a:t>
            </a:r>
            <a:endParaRPr sz="6600" dirty="0">
              <a:latin typeface="Aptos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A3BF3A3-02D8-8864-B3A7-C9EF063E90A4}"/>
              </a:ext>
            </a:extLst>
          </p:cNvPr>
          <p:cNvSpPr txBox="1"/>
          <p:nvPr/>
        </p:nvSpPr>
        <p:spPr>
          <a:xfrm>
            <a:off x="5720862" y="1434584"/>
            <a:ext cx="127429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/>
              <a:t>Fitness Tracker Application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4E1FAF-9A7A-2A12-57C3-784421806378}"/>
              </a:ext>
            </a:extLst>
          </p:cNvPr>
          <p:cNvSpPr txBox="1"/>
          <p:nvPr/>
        </p:nvSpPr>
        <p:spPr>
          <a:xfrm>
            <a:off x="4613030" y="4114800"/>
            <a:ext cx="5404339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dirty="0">
                <a:latin typeface="Aptos Display" panose="020B0004020202020204" pitchFamily="34" charset="0"/>
              </a:rPr>
              <a:t>TEAM MEMBERS</a:t>
            </a:r>
            <a:br>
              <a:rPr lang="en-IN" sz="3200" dirty="0">
                <a:latin typeface="Aptos Display" panose="020B0004020202020204" pitchFamily="34" charset="0"/>
              </a:rPr>
            </a:br>
            <a:br>
              <a:rPr lang="en-IN" sz="3200" dirty="0">
                <a:latin typeface="Aptos Display" panose="020B0004020202020204" pitchFamily="34" charset="0"/>
              </a:rPr>
            </a:br>
            <a:r>
              <a:rPr lang="en-IN" sz="3200" dirty="0">
                <a:latin typeface="Aptos Display" panose="020B0004020202020204" pitchFamily="34" charset="0"/>
              </a:rPr>
              <a:t>MANAN ARORA (500120456)</a:t>
            </a:r>
            <a:br>
              <a:rPr lang="en-IN" sz="3200" dirty="0">
                <a:latin typeface="Aptos Display" panose="020B0004020202020204" pitchFamily="34" charset="0"/>
              </a:rPr>
            </a:br>
            <a:r>
              <a:rPr lang="en-IN" sz="3200" dirty="0">
                <a:latin typeface="Aptos Display" panose="020B0004020202020204" pitchFamily="34" charset="0"/>
              </a:rPr>
              <a:t>VANSH GUPTA (500123239)</a:t>
            </a:r>
            <a:br>
              <a:rPr lang="en-IN" sz="3200" dirty="0">
                <a:latin typeface="Aptos Display" panose="020B0004020202020204" pitchFamily="34" charset="0"/>
              </a:rPr>
            </a:br>
            <a:r>
              <a:rPr lang="en-IN" sz="3200" dirty="0">
                <a:latin typeface="Aptos Display" panose="020B0004020202020204" pitchFamily="34" charset="0"/>
              </a:rPr>
              <a:t>ANJALI SONI (500126799)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274638"/>
            <a:ext cx="13751169" cy="1143000"/>
          </a:xfrm>
        </p:spPr>
        <p:txBody>
          <a:bodyPr/>
          <a:lstStyle/>
          <a:p>
            <a:r>
              <a:rPr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795954"/>
            <a:ext cx="13751168" cy="4525963"/>
          </a:xfrm>
        </p:spPr>
        <p:txBody>
          <a:bodyPr/>
          <a:lstStyle/>
          <a:p>
            <a:endParaRPr dirty="0"/>
          </a:p>
          <a:p>
            <a:r>
              <a:rPr dirty="0" err="1"/>
              <a:t>StrideSync</a:t>
            </a:r>
            <a:r>
              <a:rPr dirty="0"/>
              <a:t> is a fitness tracker application.</a:t>
            </a:r>
          </a:p>
          <a:p>
            <a:r>
              <a:rPr dirty="0"/>
              <a:t>It helps monitor daily health activities like steps, water intake, sleep, and provides daily fitness tips.</a:t>
            </a:r>
          </a:p>
          <a:p>
            <a:r>
              <a:rPr dirty="0"/>
              <a:t>Built using Java and MySQL.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13716000" cy="1143000"/>
          </a:xfrm>
        </p:spPr>
        <p:txBody>
          <a:bodyPr/>
          <a:lstStyle/>
          <a:p>
            <a:r>
              <a:rPr dirty="0"/>
              <a:t>Project Goals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772508"/>
            <a:ext cx="13716000" cy="4525963"/>
          </a:xfrm>
        </p:spPr>
        <p:txBody>
          <a:bodyPr/>
          <a:lstStyle/>
          <a:p>
            <a:endParaRPr dirty="0"/>
          </a:p>
          <a:p>
            <a:r>
              <a:rPr dirty="0"/>
              <a:t>Track various health metrics effectively.</a:t>
            </a:r>
          </a:p>
          <a:p>
            <a:r>
              <a:rPr dirty="0"/>
              <a:t>Provide meaningful insights to users about their fitness journey.</a:t>
            </a:r>
          </a:p>
          <a:p>
            <a:r>
              <a:rPr dirty="0"/>
              <a:t>Ensure data accuracy and security.</a:t>
            </a:r>
          </a:p>
          <a:p>
            <a:r>
              <a:rPr dirty="0"/>
              <a:t>Lay foundation for future enhancements.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13798062" cy="1143000"/>
          </a:xfrm>
        </p:spPr>
        <p:txBody>
          <a:bodyPr/>
          <a:lstStyle/>
          <a:p>
            <a:r>
              <a:rPr dirty="0"/>
              <a:t>Application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646" y="2742772"/>
            <a:ext cx="8229600" cy="4525963"/>
          </a:xfrm>
        </p:spPr>
        <p:txBody>
          <a:bodyPr>
            <a:normAutofit fontScale="77500" lnSpcReduction="20000"/>
          </a:bodyPr>
          <a:lstStyle/>
          <a:p>
            <a:endParaRPr dirty="0"/>
          </a:p>
          <a:p>
            <a:r>
              <a:rPr sz="3300" dirty="0"/>
              <a:t>Steps Tracking</a:t>
            </a:r>
          </a:p>
          <a:p>
            <a:r>
              <a:rPr sz="3300" dirty="0"/>
              <a:t>Heartbeat Monitor</a:t>
            </a:r>
          </a:p>
          <a:p>
            <a:r>
              <a:rPr sz="3300" dirty="0"/>
              <a:t>Water Intake Logging</a:t>
            </a:r>
          </a:p>
          <a:p>
            <a:r>
              <a:rPr sz="3300" dirty="0"/>
              <a:t>Sleep Tracking</a:t>
            </a:r>
          </a:p>
          <a:p>
            <a:r>
              <a:rPr sz="3300" dirty="0"/>
              <a:t>Daily Tips</a:t>
            </a:r>
          </a:p>
          <a:p>
            <a:r>
              <a:rPr sz="3300" dirty="0"/>
              <a:t>Workout Section</a:t>
            </a:r>
          </a:p>
          <a:p>
            <a:r>
              <a:rPr sz="3300" dirty="0"/>
              <a:t>Secure Login</a:t>
            </a:r>
          </a:p>
          <a:p>
            <a:r>
              <a:rPr sz="3300" dirty="0"/>
              <a:t>Trainer Data Entry</a:t>
            </a:r>
          </a:p>
          <a:p>
            <a:r>
              <a:rPr sz="3300" dirty="0"/>
              <a:t>Performance Analysis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39643" y="400415"/>
            <a:ext cx="5603633" cy="1143000"/>
          </a:xfrm>
        </p:spPr>
        <p:txBody>
          <a:bodyPr/>
          <a:lstStyle/>
          <a:p>
            <a:r>
              <a:rPr dirty="0"/>
              <a:t>Demo Time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932982" y="1207476"/>
            <a:ext cx="5603633" cy="6471139"/>
          </a:xfrm>
        </p:spPr>
        <p:txBody>
          <a:bodyPr>
            <a:normAutofit lnSpcReduction="10000"/>
          </a:bodyPr>
          <a:lstStyle/>
          <a:p>
            <a:endParaRPr dirty="0"/>
          </a:p>
          <a:p>
            <a:pPr marL="0" indent="0" algn="r">
              <a:buNone/>
            </a:pPr>
            <a:endParaRPr lang="en-IN" sz="2600" dirty="0"/>
          </a:p>
          <a:p>
            <a:pPr marL="0" indent="0" algn="r">
              <a:buNone/>
            </a:pPr>
            <a:endParaRPr lang="en-IN" sz="2600" dirty="0"/>
          </a:p>
          <a:p>
            <a:pPr marL="0" indent="0" algn="r">
              <a:buNone/>
            </a:pPr>
            <a:r>
              <a:rPr sz="2600" dirty="0"/>
              <a:t>A walkthrough of the application's interface and functionality.</a:t>
            </a:r>
            <a:r>
              <a:rPr lang="en-IN" sz="2600" dirty="0"/>
              <a:t> </a:t>
            </a:r>
          </a:p>
          <a:p>
            <a:pPr marL="0" indent="0" algn="ctr">
              <a:buNone/>
            </a:pPr>
            <a:endParaRPr lang="en-IN" sz="2600" dirty="0"/>
          </a:p>
          <a:p>
            <a:pPr marL="0" indent="0" algn="r">
              <a:buNone/>
            </a:pPr>
            <a:endParaRPr lang="en-IN" sz="2600" dirty="0"/>
          </a:p>
          <a:p>
            <a:pPr marL="0" indent="0" algn="r">
              <a:buNone/>
            </a:pPr>
            <a:endParaRPr lang="en-US" sz="2600" dirty="0"/>
          </a:p>
          <a:p>
            <a:pPr marL="0" indent="0" algn="r">
              <a:buNone/>
            </a:pPr>
            <a:endParaRPr lang="en-US" sz="2600" dirty="0"/>
          </a:p>
          <a:p>
            <a:pPr marL="0" indent="0" algn="r">
              <a:buNone/>
            </a:pPr>
            <a:endParaRPr lang="en-US" sz="2600" dirty="0"/>
          </a:p>
          <a:p>
            <a:pPr marL="0" indent="0" algn="r">
              <a:buNone/>
            </a:pPr>
            <a:r>
              <a:rPr lang="en-US" sz="2600" dirty="0"/>
              <a:t>Implementation details and application behavior when executed.</a:t>
            </a:r>
          </a:p>
          <a:p>
            <a:pPr marL="0" indent="0">
              <a:buNone/>
            </a:pP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AB77219-BEAD-8690-0D67-6B01D210EE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0" y="0"/>
            <a:ext cx="4553479" cy="819626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85932A9-4334-4B3A-2634-8C1582B5FD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4049" y="16668"/>
            <a:ext cx="4543425" cy="816292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Code: main.java</a:t>
            </a:r>
          </a:p>
        </p:txBody>
      </p:sp>
      <p:pic>
        <p:nvPicPr>
          <p:cNvPr id="3" name="Picture 2" descr="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235569"/>
            <a:ext cx="12801600" cy="314712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Code: fitnessframe.java</a:t>
            </a:r>
          </a:p>
        </p:txBody>
      </p:sp>
      <p:pic>
        <p:nvPicPr>
          <p:cNvPr id="3" name="Picture 2" descr="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430" y="2064257"/>
            <a:ext cx="13493262" cy="616534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Code: trackerpanel.java - Part 1</a:t>
            </a:r>
          </a:p>
        </p:txBody>
      </p:sp>
      <p:pic>
        <p:nvPicPr>
          <p:cNvPr id="3" name="Picture 2" descr="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353" y="1932304"/>
            <a:ext cx="13367278" cy="629729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Code: trackerpanel.java - Part 2</a:t>
            </a:r>
          </a:p>
        </p:txBody>
      </p:sp>
      <p:pic>
        <p:nvPicPr>
          <p:cNvPr id="3" name="Picture 2" descr="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261" y="1910861"/>
            <a:ext cx="13551877" cy="694572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Code: trackerpanel.java - Part 3</a:t>
            </a:r>
          </a:p>
        </p:txBody>
      </p:sp>
      <p:pic>
        <p:nvPicPr>
          <p:cNvPr id="3" name="Picture 2" descr="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776" y="2016759"/>
            <a:ext cx="13478916" cy="621284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Code: trackerpanel.java - Part 4</a:t>
            </a:r>
          </a:p>
        </p:txBody>
      </p:sp>
      <p:pic>
        <p:nvPicPr>
          <p:cNvPr id="3" name="Picture 2" descr="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016759"/>
            <a:ext cx="13456920" cy="621284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Code: trackerpanel.java - Part 5</a:t>
            </a:r>
          </a:p>
        </p:txBody>
      </p:sp>
      <p:pic>
        <p:nvPicPr>
          <p:cNvPr id="3" name="Picture 2" descr="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016759"/>
            <a:ext cx="13441680" cy="621284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274638"/>
            <a:ext cx="13751169" cy="1143000"/>
          </a:xfrm>
        </p:spPr>
        <p:txBody>
          <a:bodyPr/>
          <a:lstStyle/>
          <a:p>
            <a:r>
              <a:rPr dirty="0"/>
              <a:t>OOP Principles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3753" y="2737339"/>
            <a:ext cx="13751168" cy="5058508"/>
          </a:xfrm>
        </p:spPr>
        <p:txBody>
          <a:bodyPr>
            <a:normAutofit/>
          </a:bodyPr>
          <a:lstStyle/>
          <a:p>
            <a:endParaRPr sz="2800" dirty="0"/>
          </a:p>
          <a:p>
            <a:r>
              <a:rPr sz="2800" dirty="0"/>
              <a:t>Encapsulation</a:t>
            </a:r>
            <a:r>
              <a:rPr lang="en-IN" sz="2800" dirty="0"/>
              <a:t> - </a:t>
            </a:r>
            <a:r>
              <a:rPr lang="en-US" sz="2800" dirty="0"/>
              <a:t>Wrapping data and methods into a single unit (class) to protect it from outside interference.</a:t>
            </a:r>
            <a:endParaRPr sz="2800" dirty="0"/>
          </a:p>
          <a:p>
            <a:r>
              <a:rPr sz="2800" dirty="0"/>
              <a:t>Polymorphism</a:t>
            </a:r>
            <a:r>
              <a:rPr lang="en-IN" sz="2800" dirty="0"/>
              <a:t> - </a:t>
            </a:r>
            <a:r>
              <a:rPr lang="en-US" sz="2800" dirty="0"/>
              <a:t>Ability of objects to take many forms, allowing the same method to behave differently on different classes.</a:t>
            </a:r>
            <a:endParaRPr sz="2800" dirty="0"/>
          </a:p>
          <a:p>
            <a:r>
              <a:rPr sz="2800" dirty="0"/>
              <a:t>Inheritance</a:t>
            </a:r>
            <a:r>
              <a:rPr lang="en-IN" sz="2800" dirty="0"/>
              <a:t> - </a:t>
            </a:r>
            <a:r>
              <a:rPr lang="en-US" sz="2800" dirty="0"/>
              <a:t>Mechanism where one class acquires properties and behavior (methods) of another class.</a:t>
            </a:r>
            <a:endParaRPr sz="2800" dirty="0"/>
          </a:p>
          <a:p>
            <a:r>
              <a:rPr sz="2800" dirty="0"/>
              <a:t>Abstraction</a:t>
            </a:r>
            <a:r>
              <a:rPr lang="en-IN" sz="2800" dirty="0"/>
              <a:t> - </a:t>
            </a:r>
            <a:r>
              <a:rPr lang="en-US" sz="2800" dirty="0"/>
              <a:t>Hiding internal details and showing only the essential features to the user.</a:t>
            </a:r>
            <a:endParaRPr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274638"/>
            <a:ext cx="13704277" cy="1143000"/>
          </a:xfrm>
        </p:spPr>
        <p:txBody>
          <a:bodyPr/>
          <a:lstStyle/>
          <a:p>
            <a:r>
              <a:rPr dirty="0"/>
              <a:t>Tools and 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marL="0" indent="0">
              <a:buNone/>
            </a:pPr>
            <a:endParaRPr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A11AF26D-0854-517A-8534-1E8FF66D74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5816" y="2542490"/>
            <a:ext cx="14114584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 panose="020B0004020202020204" pitchFamily="34" charset="0"/>
              </a:rPr>
              <a:t>MySQL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 panose="020B0004020202020204" pitchFamily="34" charset="0"/>
              </a:rPr>
              <a:t>: A popular open-source relational database management system used to store and manage structured data.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 Display" panose="020B00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 panose="020B0004020202020204" pitchFamily="34" charset="0"/>
              </a:rPr>
              <a:t>JDBC (Java Database Connectivity)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 panose="020B0004020202020204" pitchFamily="34" charset="0"/>
              </a:rPr>
              <a:t>: A Java API that allows Java programs to connect to and interact with databases like MySQL.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 Display" panose="020B00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 panose="020B0004020202020204" pitchFamily="34" charset="0"/>
              </a:rPr>
              <a:t>Exception Handling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 panose="020B0004020202020204" pitchFamily="34" charset="0"/>
              </a:rPr>
              <a:t>: A mechanism in Java to handle runtime errors gracefully using try-catch blocks, preventing crashes and improving reliability.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 Display" panose="020B00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 panose="020B0004020202020204" pitchFamily="34" charset="0"/>
              </a:rPr>
              <a:t>Java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 panose="020B0004020202020204" pitchFamily="34" charset="0"/>
              </a:rPr>
              <a:t>: A versatile, object-oriented programming language widely used for building cross-platform applications, especially desktop and web apps.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 Display" panose="020B00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 panose="020B0004020202020204" pitchFamily="34" charset="0"/>
              </a:rPr>
              <a:t>Sorting Algorithms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 panose="020B0004020202020204" pitchFamily="34" charset="0"/>
              </a:rPr>
              <a:t>: Methods used to arrange data in a particular order (ascending/descending); essential for performance analysis and user-friendly output.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13610492" cy="1143000"/>
          </a:xfrm>
        </p:spPr>
        <p:txBody>
          <a:bodyPr/>
          <a:lstStyle/>
          <a:p>
            <a:r>
              <a:rPr dirty="0"/>
              <a:t>Conclusion and Learnings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645" y="2772508"/>
            <a:ext cx="13774615" cy="4525963"/>
          </a:xfrm>
        </p:spPr>
        <p:txBody>
          <a:bodyPr>
            <a:normAutofit/>
          </a:bodyPr>
          <a:lstStyle/>
          <a:p>
            <a:endParaRPr dirty="0"/>
          </a:p>
          <a:p>
            <a:r>
              <a:rPr dirty="0"/>
              <a:t>Gained practical experience in Java development.</a:t>
            </a:r>
          </a:p>
          <a:p>
            <a:r>
              <a:rPr dirty="0"/>
              <a:t>Learned how to integrate databases using JDBC.</a:t>
            </a:r>
          </a:p>
          <a:p>
            <a:r>
              <a:rPr dirty="0"/>
              <a:t>Understood application of OOP principles in real-world projects.</a:t>
            </a:r>
          </a:p>
          <a:p>
            <a:r>
              <a:rPr dirty="0"/>
              <a:t>Future Scope: Graphical performance views, Admin dashboard, more tracking features.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dkUpDiag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768D0E-DB03-10DB-2B74-C6047D111A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92" y="3543300"/>
            <a:ext cx="13622215" cy="1143000"/>
          </a:xfrm>
        </p:spPr>
        <p:txBody>
          <a:bodyPr/>
          <a:lstStyle/>
          <a:p>
            <a:pPr algn="ctr"/>
            <a:r>
              <a:rPr lang="en-IN" b="1" dirty="0">
                <a:solidFill>
                  <a:srgbClr val="FF0000"/>
                </a:solidFill>
              </a:rPr>
              <a:t>THANK YOU!!</a:t>
            </a:r>
          </a:p>
        </p:txBody>
      </p:sp>
    </p:spTree>
    <p:extLst>
      <p:ext uri="{BB962C8B-B14F-4D97-AF65-F5344CB8AC3E}">
        <p14:creationId xmlns:p14="http://schemas.microsoft.com/office/powerpoint/2010/main" val="247959705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21</TotalTime>
  <Words>411</Words>
  <Application>Microsoft Office PowerPoint</Application>
  <PresentationFormat>Custom</PresentationFormat>
  <Paragraphs>66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Aptos</vt:lpstr>
      <vt:lpstr>Aptos Display</vt:lpstr>
      <vt:lpstr>Arial</vt:lpstr>
      <vt:lpstr>Century Gothic</vt:lpstr>
      <vt:lpstr>Wingdings 3</vt:lpstr>
      <vt:lpstr>Ion Boardroom</vt:lpstr>
      <vt:lpstr>StrideSync</vt:lpstr>
      <vt:lpstr>Introduction</vt:lpstr>
      <vt:lpstr>Project Goals</vt:lpstr>
      <vt:lpstr>Application Features</vt:lpstr>
      <vt:lpstr>Demo Time</vt:lpstr>
      <vt:lpstr>Code: main.java</vt:lpstr>
      <vt:lpstr>Code: fitnessframe.java</vt:lpstr>
      <vt:lpstr>Code: trackerpanel.java - Part 1</vt:lpstr>
      <vt:lpstr>Code: trackerpanel.java - Part 2</vt:lpstr>
      <vt:lpstr>Code: trackerpanel.java - Part 3</vt:lpstr>
      <vt:lpstr>Code: trackerpanel.java - Part 4</vt:lpstr>
      <vt:lpstr>Code: trackerpanel.java - Part 5</vt:lpstr>
      <vt:lpstr>OOP Principles Used</vt:lpstr>
      <vt:lpstr>Tools and Technologies</vt:lpstr>
      <vt:lpstr>Conclusion and Learnings</vt:lpstr>
      <vt:lpstr>THANK YOU!!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Manan</dc:creator>
  <cp:keywords/>
  <dc:description>generated using python-pptx</dc:description>
  <cp:lastModifiedBy>Vansh Gupta</cp:lastModifiedBy>
  <cp:revision>2</cp:revision>
  <dcterms:created xsi:type="dcterms:W3CDTF">2013-01-27T09:14:16Z</dcterms:created>
  <dcterms:modified xsi:type="dcterms:W3CDTF">2025-04-30T05:41:53Z</dcterms:modified>
  <cp:category/>
</cp:coreProperties>
</file>